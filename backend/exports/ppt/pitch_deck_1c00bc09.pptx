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Startup 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AI tool that generates personalized meal plans to minimize food waste.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TAM: N/A</a:t>
            </a:r>
          </a:p>
          <a:p>
            <a:r>
              <a:t>Growth Rate: N/A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