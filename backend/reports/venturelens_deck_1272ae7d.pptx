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AI-powered regulatory compliance copilot for SMB healthcare providers.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Confidential Investor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Why does this need to exist?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The right documents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The underlying ai infrastructure is a separate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Market Opportunity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A rapidly expanding market ripe for disruption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74.12 billion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Total Addressable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23.89%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Expected Growth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High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Market Urgency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A paradigm shift in how the problem is solved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Purpose-built to address core pain points directly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Automates manual workflows to 10x productivity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Seamless integration into existing user habits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The Product (MVP)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Core value delivered on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Automated Compliance Document Generator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Freemium Entry-Level Access Tier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Managed AI Infrastructure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Why Now?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Timing is everything in venture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Healthcare is forecast to be the fastest-growing vertical, with a 14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12 billion by 2031, growing at a 12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0 billion by 2032, growing at a cagr of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TAM / SAM / SOM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Bottom-up market sizing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74.12 billion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TAM (Total Market)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30% of TAM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SAM (Serviceable Market)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1-5% of SAM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SOM (Obtainable Market)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Target Customer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Who feels the pain most acutely?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Enterprise Decision Makers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How we map against incumbents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vs. Status Quo: Faster and more automated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vs. Point Solutions: Unified platform experience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vs. Legacy Enterprise: Modern, cost-effective, and agile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Our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Sustainable competitive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Leveraging automation to eliminate friction.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First-mover advantage in a niche vertical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Proprietary data aggregation loop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How we make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Freemium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Predictable recurring revenue (ARR)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High gross margins typical of SaaS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Acquiring our first 1,000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Content Marketing &amp; SEO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Healthcare Compliance Communities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Targeted B2B Search 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Validation &amp; 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AI-driven viability scoring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69/100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AI Validation Score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Validated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Problem-Solution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High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AI Confidence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Product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The next 12-18 months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Q1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MVP Launch &amp; Core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Q2-Q3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Expansion of Feature 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286000"/>
            <a:ext cx="320040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 algn="ctr">
              <a:defRPr b="1" sz="3200">
                <a:solidFill>
                  <a:srgbClr val="F8FAFC"/>
                </a:solidFill>
              </a:defRPr>
            </a:pPr>
            <a:r>
              <a:t>Q4</a:t>
            </a:r>
          </a:p>
          <a:p>
            <a:pPr algn="ctr">
              <a:defRPr sz="1400">
                <a:solidFill>
                  <a:srgbClr val="94A3B8"/>
                </a:solidFill>
              </a:defRPr>
            </a:pPr>
            <a:r>
              <a:t>Scale &amp; Enterprise Tier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Financial Horizon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Path to profitability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Year 1: Focus on product-market fit and early MRR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Year 2: Scalable acquisition and channel expansion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Year 3: Hitting inflection point for Series A/B metrics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Why we are the right people to build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Deep domain expertise in the target industry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Technical capabilities to execute the MVP rapidly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Obsession with solving the customer's problem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Fueling the next stage of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Raising Pre-Seed / Seed round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Capital allocation: 50% Engineering, 30% GTM/Sales, 20% Operations</a:t>
            </a:r>
          </a:p>
          <a:p>
            <a:pPr>
              <a:spcAft>
                <a:spcPts val="1400"/>
              </a:spcAft>
              <a:defRPr sz="2400">
                <a:solidFill>
                  <a:srgbClr val="94A3B8"/>
                </a:solidFill>
              </a:defRPr>
            </a:pPr>
            <a:r>
              <a:t>Milestone: Achieve $1M ARR within 18 months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3600">
                <a:solidFill>
                  <a:srgbClr val="F8FAFC"/>
                </a:solidFill>
              </a:defRPr>
            </a:pPr>
            <a:r>
              <a:t>Join Us.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6576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B82F6"/>
                </a:solidFill>
              </a:defRPr>
            </a:pPr>
            <a:r>
              <a:t>Moderate Opportunity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