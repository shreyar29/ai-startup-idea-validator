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An AI tool that generates personalized meal plans to minimize food waste.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Confidential Investor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Why does this need to exist?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A rapidly expanding market ripe for disruption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2.4 billion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Total Addressable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Insufficient verified evidence.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Expected Growth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High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Market Urgency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A paradigm shift in how the problem is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Purpose-built to address core pain points directly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Automates manual workflows to 10x productivity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Seamless integration into existing user habits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The Product (MVP)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Core value delivered on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Core workflow automation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Intuitive user dashboard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Data export and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Why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Timing is everything in venture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The future of food: 4 sustainable food trends changing what (and how) we eat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Digital food management can capitalize on this trend by offering innovative plant-based meal options and promoting sustainability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TAM / SAM /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Bottom-up market sizing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2.4 billion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TAM (Total Market)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30% of TAM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SAM (Serviceable Market)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1-5% of SAM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SOM (Obtainable Market)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Who feels the pain most acutely?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{'insight': 'Consumer behavior', 'mentions': 1, 'evidence': ['https://traveltomorrow.com/food-waste-and-loss-consumer-behaviour-is-key-to-address-disparities/']}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How we map against incumbents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vs. Status Quo: Faster and more automated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vs. Point Solutions: Unified platform experience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vs. Legacy Enterprise: Modern, cost-effective, and agile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Our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Sustainable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['Opportunity Space: Few competitors provide: family collaboration: tools like honeydew allow real-time updates and shared planning, it’s your digital storefront, your platform for sharing your expertise, and your primary tool for co..., the choice of a monetization strategy depends on the nature of your business, your target audience, ....', 'Pricing Gap: No major competitor offers a Free/Freemium tier.']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First-mover advantage in a niche vertical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Proprietary data aggregation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How we make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Tiered B2B SaaS subscription model.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Predictable recurring revenue (ARR)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High gross margins typical of SaaS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Acquiring our first 1,000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Organic Social Media (TikTok/Instagram Reels)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Community Partnerships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Paid Search 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Validation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AI-driven viability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73/100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AI Validation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Validated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Problem-Solution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Medium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AI Confidence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The next 12-18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Q1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MVP Launch &amp; Core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Q2-Q3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Expansion of Feature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Q4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Scale &amp; Enterprise Tier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Financial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Path to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Year 1: Focus on product-market fit and early MRR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Year 2: Scalable acquisition and channel expansion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Year 3: Hitting inflection point for Series A/B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Why we are the right people to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Deep domain expertise in the target industry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Technical capabilities to execute the MVP rapidly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Obsession with solving the customer's problem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Fueling the next stage of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Raising Pre-Seed / Seed round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Capital allocation: 50% Engineering, 30% GTM/Sales, 20% Operations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Milestone: Achieve $1M ARR within 18 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Join Us.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Moderate Opportunity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